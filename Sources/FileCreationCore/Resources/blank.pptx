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68ac6f491b4df1" /><Relationship Type="http://schemas.openxmlformats.org/officeDocument/2006/relationships/extended-properties" Target="/docProps/app.xml" Id="R4dd506c5595d4b48" /><Relationship Type="http://schemas.openxmlformats.org/officeDocument/2006/relationships/officeDocument" Target="/ppt/presentation.xml" Id="Rea244206a68243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553be2ec424932"/>
  </p:sldMasterIdLst>
  <p:notesMasterIdLst>
    <p:notesMasterId xmlns:r="http://schemas.openxmlformats.org/officeDocument/2006/relationships" r:id="R006f0658700a4da6"/>
  </p:notesMasterIdLst>
  <p:sldIdLst>
    <p:sldId xmlns:r="http://schemas.openxmlformats.org/officeDocument/2006/relationships" id="256" r:id="R794941e25db44e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5bd962539c4692" /><Relationship Type="http://schemas.openxmlformats.org/officeDocument/2006/relationships/slideMaster" Target="/ppt/slideMasters/slideMaster1.xml" Id="R65553be2ec424932" /><Relationship Type="http://schemas.openxmlformats.org/officeDocument/2006/relationships/notesMaster" Target="/ppt/notesMasters/notesMaster1.xml" Id="R006f0658700a4da6" /><Relationship Type="http://schemas.openxmlformats.org/officeDocument/2006/relationships/presProps" Target="/ppt/presProps.xml" Id="Ra96837a88adf42ec" /><Relationship Type="http://schemas.openxmlformats.org/officeDocument/2006/relationships/tableStyles" Target="/ppt/tableStyles.xml" Id="Rf0e6c47d422848e5" /><Relationship Type="http://schemas.openxmlformats.org/officeDocument/2006/relationships/slide" Target="/ppt/slides/slide1.xml" Id="R794941e25db44e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f8c6eb09a848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83feb2f00d4946" /><Relationship Type="http://schemas.openxmlformats.org/officeDocument/2006/relationships/notesMaster" Target="/ppt/notesMasters/notesMaster1.xml" Id="Rb5cfb0486bd04a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4117ef0dfe49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95dc647912484f" /><Relationship Type="http://schemas.openxmlformats.org/officeDocument/2006/relationships/slideLayout" Target="/ppt/slideLayouts/slideLayout1.xml" Id="R45345a004f1c4d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345a004f1c4d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22264549d40f4" /><Relationship Type="http://schemas.openxmlformats.org/officeDocument/2006/relationships/notesSlide" Target="/ppt/notesSlides/notesSlide1.xml" Id="R9b7fb039ab1042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427062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2026-09-03T14:25:01.1020000Z</dcterms:created>
  <dcterms:modified xsi:type="dcterms:W3CDTF">2026-09-03T14:25:01.1020000Z</dcterms:modified>
</coreProperties>
</file>